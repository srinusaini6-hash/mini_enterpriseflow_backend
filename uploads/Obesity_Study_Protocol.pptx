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 Comparative Cross-Sectional Study on Prevalence of Obesity and Physical Activity Patterns Among Rural and Urban School Children in Hyderabad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Department of Community Medicine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Childhood obesity is an emerging public health problem in India.</a:t>
            </a:r>
          </a:p>
          <a:p>
            <a:r>
              <a:t>Sedentary lifestyle and unhealthy dietary habits contribute significantly.</a:t>
            </a:r>
          </a:p>
          <a:p>
            <a:r>
              <a:t>Obesity increases risk of diabetes, hypertension, and cardiovascular diseases.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Need for the Study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Early identification of obesity helps prevent chronic diseases.</a:t>
            </a:r>
          </a:p>
          <a:p>
            <a:r>
              <a:t>Understanding lifestyle factors helps in planning preventive interventions.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Aim and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Aim: To assess obesity prevalence and its association with physical activity and dietary habits among school children.</a:t>
            </a:r>
          </a:p>
          <a:p>
            <a:r>
              <a:t>Objective 1: Compare obesity prevalence between rural and urban school children.</a:t>
            </a:r>
          </a:p>
          <a:p>
            <a:r>
              <a:t>Objective 2: Assess physical activity and screen time habits.</a:t>
            </a:r>
          </a:p>
          <a:p>
            <a:r>
              <a:t>Objective 3: Analyze association between lifestyle habits and obesity.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Study design – Comparative cross-sectional study</a:t>
            </a:r>
          </a:p>
          <a:p>
            <a:r>
              <a:t>Study area – Rural and urban schools in Hyderabad</a:t>
            </a:r>
          </a:p>
          <a:p>
            <a:r>
              <a:t>Study population – School children aged 6–15 years</a:t>
            </a:r>
          </a:p>
          <a:p>
            <a:r>
              <a:t>Sampling method – Simple random sampling</a:t>
            </a:r>
          </a:p>
          <a:p>
            <a:r>
              <a:t>Data collection tool – Predesigned semi-structured questionnaire</a:t>
            </a:r>
          </a:p>
          <a:p>
            <a:r>
              <a:t>Data analysis – Microsoft Excel and SPSS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Park K. Preventive and Social Medicine.</a:t>
            </a:r>
          </a:p>
          <a:p>
            <a:r>
              <a:t>WHO reports on child health and nutrition.</a:t>
            </a:r>
          </a:p>
          <a:p>
            <a:r>
              <a:t>Relevant journal articles on school health studies.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