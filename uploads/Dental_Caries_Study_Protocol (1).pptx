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 Cross-Sectional Study on Prevalence of Dental Caries and Oral Hygiene Practices Among School Children in Rural and Urban Areas of Hyderabad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Department of Community Medicine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Dental caries is one of the most common oral health problems among children.</a:t>
            </a:r>
          </a:p>
          <a:p>
            <a:r>
              <a:t>Poor oral hygiene and excessive sugar intake increase the risk.</a:t>
            </a:r>
          </a:p>
          <a:p>
            <a:r>
              <a:t>Untreated dental caries affects nutrition, speech, and school performance.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Need for the Study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Early detection of dental caries improves oral health outcomes.</a:t>
            </a:r>
          </a:p>
          <a:p>
            <a:r>
              <a:t>Study findings can help improve school oral health programs.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Aim and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Aim: To assess prevalence of dental caries and its association with oral hygiene practices among school children.</a:t>
            </a:r>
          </a:p>
          <a:p>
            <a:r>
              <a:t>Objective 1: Compare prevalence of dental caries in rural and urban school children.</a:t>
            </a:r>
          </a:p>
          <a:p>
            <a:r>
              <a:t>Objective 2: Assess oral hygiene practices and dietary sugar intake.</a:t>
            </a:r>
          </a:p>
          <a:p>
            <a:r>
              <a:t>Objective 3: Analyze association between oral hygiene habits and dental caries.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Study design – Comparative cross-sectional study</a:t>
            </a:r>
          </a:p>
          <a:p>
            <a:r>
              <a:t>Study area – Rural and urban schools in Hyderabad</a:t>
            </a:r>
          </a:p>
          <a:p>
            <a:r>
              <a:t>Study population – School children aged 6–15 years</a:t>
            </a:r>
          </a:p>
          <a:p>
            <a:r>
              <a:t>Sampling method – Simple random sampling</a:t>
            </a:r>
          </a:p>
          <a:p>
            <a:r>
              <a:t>Data collection tool – Predesigned semi-structured questionnaire</a:t>
            </a:r>
          </a:p>
          <a:p>
            <a:r>
              <a:t>Data analysis – Microsoft Excel and SPSS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Park K. Preventive and Social Medicine.</a:t>
            </a:r>
          </a:p>
          <a:p>
            <a:r>
              <a:t>WHO reports on child health and nutrition.</a:t>
            </a:r>
          </a:p>
          <a:p>
            <a:r>
              <a:t>Relevant journal articles on school health studies.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